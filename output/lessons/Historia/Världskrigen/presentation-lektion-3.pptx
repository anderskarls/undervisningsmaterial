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Första världskrigets konsekvenser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Versaillesfreden och dess efterverkningar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beskriva konsekvenserna av WW1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skilja mellan politiska, ekonomiska och sociala konsekvenser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Versaillesfreden 1919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 fick hela krigsskulden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Enorma skadestånd - skulder i generationer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Territorieförluster: Alsace-Lorraine tillbaka till Frankrike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Militären begränsad till max 100 000 soldater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Många tyskar upplevde freden som djupt orättvis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Konsekvenser av WW1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Politiska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Kejsardömen faller: Ryssland, Österrike-Ungern, Tyskland, Osmanska riket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 stater bildas i Europa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Nationernas förbund grundas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Ekonomiska och sociala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Enorma skulder och inflation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Arbetslöshet och fattigdom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Miljontals döda - en hel generation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Förändrade könsroller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Versaillesfreden rättvis?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Tänk ur både segrarnas och Tysklands perspektiv.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Versaillesfreden straffade Tyskland hårt - krigsskuld, skadestånd, territorium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Politiskt: kejsardömen föll, nya stater, Nationernas förbund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Ekonomiskt och socialt: skulder, inflation, miljontals döda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Fröet till nästa konflikt var sått...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Första världskrigets konsekvenser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