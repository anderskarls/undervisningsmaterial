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Första världskriget bryter 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Skotten i Sarajevo och dominoeffekten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förklara hur mordet i Sarajevo utlöste ett världskrig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Förstå dominoeffekten genom allianssystemet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Mordet i Sarajevo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juni 1914: Ärkehertig Franz Ferdinand mördas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Skjuten av den bosnisk-serbiske nationalisten Gavrilo Princip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Österrike-Ungern ställer ultimatum till Serbien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Serbien vägrar acceptera alla krav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Dominoeffekten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Österrike-Ungern förklarar krig mot Serbien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Ryssland mobiliserar (allierad med Serbien)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 förklarar krig mot Ryssland (allierad med Österrike-Ungern)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Frankrike dras in (allierad med Ryssland)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 marscherar genom Belgien - Storbritannien förklarar krig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några veckor: ett lokalt mord blir ett världskrig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Krigets karaktär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Skyttegravskrig på västfronten - fastkört, fruktansvärt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 vapen: kulspruta, giftgas, stridsvagn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Miljontals unga män dör i leran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Kriget varar i fyra år (1914-1918)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kunde inte konflikten stanna mellan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Österrike-Ungern och Serbien?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Mordet i Sarajevo var gnistan - allianssystemet var krutdurken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Dominoeffekten: varje land drog in sina allierade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Resultatet: ett fruktansvärt skyttegravskrig som varade i fyra år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Första världskriget bryter ut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