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Andra världskrigets konsekvenser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1828800" cy="5486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Efterkrigstidens nya världsordning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1a1 - Världskrigen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Dagens mål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Kunna beskriva WW2:s konsekvenser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hela orsak-konsekvenskedjan från nationalism till efterkrigstiden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Krigets slut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1945: Tyskland kapitulerar (maj), Japan kapitulerar (augusti)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60-70 miljoner döda - det dödligaste kriget i historien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Miljontals flyktingar i Europa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Städer i ruiner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Ansvar och rättvisa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Nürnbergrättegångarna 1945-46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Första gången individer dömdes för brott mot mänskligheten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"Jag följde bara order" godtogs inte som försvar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folkrätt: individer har ansvar även under krig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ny världsordning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grundas 1945 - "aldrig igen"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FN:s deklaration om mänskliga rättigheter 1948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delas: järnridån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Väst (demokrati, kapitalism) vs Öst (kommunism)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Två supermakter: USA och Sovjetunionen - kalla kriget börjar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Hela kedjan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Nationalism → allianser → WW1 → Versaillesfreden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förödmjukelse → ekonomisk kris → Hitler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WW2 → Förintelsen → 60-70 miljoner döda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FN, delat Europa, kalla kriget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Konsekvenser blir orsaker - hela vägen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Diskussionsfråga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Vilken konsekvens av WW2 var viktigast?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Motivera ditt svar.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Sammanfattning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WW2: det dödligaste kriget i historien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Nürnbergrättegångarna skapade ny folkrätt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grundades - "aldrig igen"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delades - kalla kriget börjar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kan ni se hela kedjan: nationalism → kalla kriget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Andra världskrigets konsekvenser</dc:title>
  <dc:subject>PptxGenJS Presentation</dc:subject>
  <dc:creator>Historia 1a1</dc:creator>
  <cp:lastModifiedBy>Historia 1a1</cp:lastModifiedBy>
  <cp:revision>1</cp:revision>
  <dcterms:created xsi:type="dcterms:W3CDTF">2026-03-29T20:13:27Z</dcterms:created>
  <dcterms:modified xsi:type="dcterms:W3CDTF">2026-03-29T20:13:27Z</dcterms:modified>
</cp:coreProperties>
</file>