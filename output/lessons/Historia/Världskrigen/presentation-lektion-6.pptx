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Förintelsen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kunde det hända?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beskriva hur Förintelsen eskalerade steg för steg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förklara vilka faktorer som möjliggjorde den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Antisemitism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och fördomar mot judar - har funnits i Europa i hundratals år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Nazisterna gjorde antisemitismen till politik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Judar framställdes som fiender och hot mot Tyskland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Propaganda: affischer, filmer, tal spred hatet systematiskt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Eskaleringstrappan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Diskriminering: Nürnberglagarna 1935 - rättigheter tas bort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Förföljelse: Kristallnatten 1938 - organiserat våld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Isolering: Ghetton 1939-41 - avskild från samhället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Deportation: transporter till läger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Förintelse: systematiskt mördande i förintelseläger 1942-45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kunde det hända?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Propaganda: avhumanisering - folk slutade se judar som medmänniskor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Byråkrati: tjänstemän utförde order utan att ifrågasätta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Lydnad: "jag följde bara order"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Gradvis eskalering: varje steg normaliserade det föregående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skedde eskaleringen stegvis?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inte allt på en gång?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Förintelsen hände inte över en natt - det var en stegvis process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steg möjliggjorde nästa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Propaganda, byråkrati, lydnad och gradvis eskalering samverkade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Förintelsen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