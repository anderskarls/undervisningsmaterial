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Konsekvenser blir orsaker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1828800" cy="54864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Mellankrigstiden och Hitlers väg till makten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1a1 - Världskrigen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Dagens mål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Förstå hur WW1:s konsekvenser skapade förutsättningar för WW2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Kunna förklara hur Hitler tog makten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 röda tråden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WW1:s konsekvenser sådde fröet till WW2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Versaillesfreden skapade förödmjukelse och ilska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Ekonomisk kris + politisk instabilitet = farlig kombination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Nyckelinsikt: konsekvenser av ett krig blev orsaker till nästa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Ekonomisk kris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1923: Hyperinflation - en limpa bröd kostar miljarder mark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1929: Börskraschen - global depression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Massarbetslöshet i Tyskland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Missnöje och desperation sprider sig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Hitlers väg till makten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NSDAP: lovade arbete, styrka, nationell stolthet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Propaganda: skicklig användning av media och tal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Syndabockar: judar, kommunister, Versaillesfreden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1933: Hitler blir rikskansler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Demokratin avskaffas steg för steg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Diskussionsfråga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Hade Hitler kunnat ta makten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utan Versaillesfreden?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A9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Sammanfattning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Versaillesfreden → förödmjukelse → ekonomisk kris → politisk instabilitet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Hitler utnyttjade krisen med propaganda och löften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Konsekvenser blev orsaker: WW1 → mellankrigstid → WW2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Konsekvenser blir orsaker</dc:title>
  <dc:subject>PptxGenJS Presentation</dc:subject>
  <dc:creator>Historia 1a1</dc:creator>
  <cp:lastModifiedBy>Historia 1a1</cp:lastModifiedBy>
  <cp:revision>1</cp:revision>
  <dcterms:created xsi:type="dcterms:W3CDTF">2026-03-29T20:13:27Z</dcterms:created>
  <dcterms:modified xsi:type="dcterms:W3CDTF">2026-03-29T20:13:27Z</dcterms:modified>
</cp:coreProperties>
</file>