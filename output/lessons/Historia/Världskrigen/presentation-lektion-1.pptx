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Vägen till första världskriget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Nationalism, allianser och krutdurken Europa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förklara varför spänningarna i Europa ökade före 1914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använda begreppen nationalism, imperialism, allians och kapprustning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sätta sitt eget folk och sin nation först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vara en kraft som enar - men också splittrar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Skapade rivalitet mellan Europas stormakter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minns nationalism från kolonialismmomentet - samma kraft i ny kontext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Imperialism och kapprustning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Imperialism: stormakternas tävlan om kolonier och inflytande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Kapprustning: varje land vill ha den starkaste militären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säkerhetsdilemma: ju mer en rustar, desto mer hotat känner sig andra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Allianssystemet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Trippelalliansen: Tyskland, Österrike-Ungern, Italien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Trippelententen: Frankrike, Ryssland, Storbritannien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Avtal: om en allierad attackeras, hjälper de andra till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blev som en krutdurk - ett gnistslag kunde antända allt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hänger de fyra orsakerna ihop med varandra?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ni se hur en orsak förstärker en annan?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Fyra bakomliggande orsaker: nationalism, imperialism, allianssystem, kapprustning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förstärkte varandra i en ond spiral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1914: en krutdurk som väntade på en gnista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Vägen till första världskriget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