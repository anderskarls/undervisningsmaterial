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Andra världskriget bryter 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8288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Nazitysklands aggression och krigets utbrott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1a1 - Världskrigen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Dagens mål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förklara hur WW2 bröt ut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jämföra orsaker till WW1 och WW2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Nazitysklands expansion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1936: Remilitarisering av Rhenlandet - bryter mot Versailles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1938: Anschluss - Österrike annekteras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1938: Sudetenland - Münchenavtalet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Appeasement: ge efter för att undvika krig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Kriget bryter 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september 1939: Tyskland invaderar Polen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Storbritannien och Frankrike förklarar krig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Blixtkrig: snabba framstötar med stridsvagnar och flyg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Danmark, Norge, Frankrike faller snabbt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1941: Tyskland angriper Sovjetunionen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Vändpunkter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Stalingrad 1942-43: Tysklands första stora förlust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D-dagen 6 juni 1944: De allierade landar i Normandie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Kriget vänder - Tyskland pressas från öst och väst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Diskussionsfråga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tror ni att Storbritannien och Frankrike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accepterade Münchenavtalet 1938?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Sammanfattning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Hitler expanderade stegvis - omvärlden försökte med appeasement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sept 1939: invasion av Polen - kriget börjar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Blixtkrig och snabb expansion, sedan vändpunkter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Andra världskriget bryter ut</dc:title>
  <dc:subject>PptxGenJS Presentation</dc:subject>
  <dc:creator>Historia 1a1</dc:creator>
  <cp:lastModifiedBy>Historia 1a1</cp:lastModifiedBy>
  <cp:revision>1</cp:revision>
  <dcterms:created xsi:type="dcterms:W3CDTF">2026-03-29T20:13:27Z</dcterms:created>
  <dcterms:modified xsi:type="dcterms:W3CDTF">2026-03-29T20:13:27Z</dcterms:modified>
</cp:coreProperties>
</file>