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VERKTYG OCH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KRUTTUNNOR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Aktör och struktur - begrepp och orsaker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13716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1b  |  Första världskriget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STORA FRÅGAN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 första världskriget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oundvikligt - eller hade det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kunnat stoppas av andra beslut?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här frågan följer oss genom hela momentet.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menar vi med aktör och struktur?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73152" cy="2926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AKTÖR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enskild person som fattar beslut och handlar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Kejsare, politiker, generaler, diplomater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Exempel: Wilhelm II bestämmer sig för att ge Österrike sitt stöd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937760" y="118872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0" y="1188720"/>
            <a:ext cx="73152" cy="2926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STRUKTUR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03520" y="19202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Långsiktiga mönster och system som begränsar eller möjliggör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Allianser, ekonomi, nationalism, teknik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Exempel: Allianssystemet tvingar in alla stormakter i kriget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"Strukturer är spelreglerna - aktörerna spelar spelet."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Ett vardagsexempel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146304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bestämmer dig för att köpa en glass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aktörens val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priset, butikens öppettider och din plånbok sätter ramarna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strukturens begränsningar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väljer - men inte fritt. Strukturen bestämmer vad som är möjligt.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Allianssystemet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Trippelalliansen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Tyskland, Österrike-Ungern, Italien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Trippelententen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Frankrike, Ryssland, Storbritannien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Konsekvens: En lokal konflikt drar automatiskt in alla stormakter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69280" y="1371600"/>
            <a:ext cx="3017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0" y="155448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Bismarcks system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 jämvikt som isolerade Frankrike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Efter Bismarck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 delades i två fasta, väpnade läger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Nationalism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Alsace-Lorraine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Frankrike ville ha revansch efter förlusten 1871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Panslavism på Balkan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Serbisk nationalism hotade Österrike-Ungerns existens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Mordet i Sarajevo: inte slump utan struktur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osmanska rikets sönderfall skapade en krutdurk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Imperialism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plats i solen"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Tysklands strävan efter global prestige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Marockokriserna (1905, 1911)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Tyskland försökte splittra Frankrike och Storbritannien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Istället drevs de närmare varandra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Koloniala tvister i Afrika påverkade maktbalansen i Europa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Kapprustning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Flottkapprustningen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Tysklands flottbygge tolkades som direkt hot av Storbritannien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Drev Storbritannien ur sin isolering och in i allianser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Schlieffenplanen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Snabbt anfall på Frankrike genom Belgien vid krig med Ryssland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"När tågen börjat rulla gick det inte att stoppa"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Militär logik tog över diplomatisk kontroll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Vilken av de fyra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strukturerna var viktigast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 att göra krig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 sannolikt?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EPA: Tänk enskilt (2 min) → Diskutera i par (3 min) → Dela i helklass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Fyra kruttunnor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188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Allianssystemet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11887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 delat i två väpnade läger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103120"/>
            <a:ext cx="73152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03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Nationalism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21031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Revanschlust och panslavism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017520"/>
            <a:ext cx="73152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Imperialism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30175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 om prestige och kolonier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931920"/>
            <a:ext cx="73152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Kapprustning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39319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Flottkapprustning och Schlieffenplanen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 fyra pekade mot krig. Men räcker det som förklaring?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LEKTION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Julikrisen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 dagar som förändrade världen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tittar på vad som faktiskt hände sommaren 1914 -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 vilka aktörer som fattade de avgörande besluten.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Verktyg och kruttunnor - Aktör och struktur</dc:title>
  <dc:subject>PptxGenJS Presentation</dc:subject>
  <dc:creator>Historia 1b</dc:creator>
  <cp:lastModifiedBy>Historia 1b</cp:lastModifiedBy>
  <cp:revision>1</cp:revision>
  <dcterms:created xsi:type="dcterms:W3CDTF">2026-03-18T21:07:28Z</dcterms:created>
  <dcterms:modified xsi:type="dcterms:W3CDTF">2026-03-18T21:07:28Z</dcterms:modified>
</cp:coreProperties>
</file>