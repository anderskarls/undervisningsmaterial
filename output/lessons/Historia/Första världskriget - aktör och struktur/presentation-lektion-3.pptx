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SKYTTEGRAVARNA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OCH VÄRLDEN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Krigets förlopp, teknik och konsekvenser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657600"/>
            <a:ext cx="13716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1b  |  Första världskriget - aktör och struktur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SIFFROR SOM CHOCKAR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60 000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57600" y="10058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brittiska soldater föll på EN dag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Slaget vid Somme, 1 juli 1916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315 000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0" y="2286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franska soldater dog vid Verdun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månaders helvete, 1916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400 000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0" y="35661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offrades för 8 kilometer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Passchendaele, 1917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Varför fortsatte generalerna skicka soldater?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Krigets tre dimensioner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265176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TEKNIKEN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Kulsprutor, taggtråd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Stridsvagnar, giftgas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Ubåtar drog in USA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188720"/>
            <a:ext cx="2651760" cy="5486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 GLOBALA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21945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Koloniala soldater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Osmanska rikets fall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Arabiska revolten 1916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188720"/>
            <a:ext cx="2651760" cy="54864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HEMMAFRONTEN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aktör + struktur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1945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Kvinnor i fabriker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Propaganda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Blockad, ransonering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Nya vapen förändrade kriget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371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Kulsprutor + taggtråd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0" y="13716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Försvar överlägset anfall - skapade dödläget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7680960" cy="548640"/>
          </a:xfrm>
          <a:prstGeom prst="rect">
            <a:avLst/>
          </a:prstGeom>
          <a:solidFill>
            <a:srgbClr val="F8F5F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Stridsvagnar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0" y="2057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Försök att bryta skyttegravskriget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2743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Giftgas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0" y="2743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Nytt terrordvapen - kemisk krigföring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7680960" cy="548640"/>
          </a:xfrm>
          <a:prstGeom prst="rect">
            <a:avLst/>
          </a:prstGeom>
          <a:solidFill>
            <a:srgbClr val="F8F5F0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429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Flygplan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0" y="3429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Spaning och bombning - ny dimension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4114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Ubåtar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0" y="4114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Sänkte civila fartyg - drog in USA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Tekniken var en struktur - ingen enskild general valde dödläget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GLOBALA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 bara Europas krig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Koloniala soldater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Miljontals soldater från Indien, Afrika och Australien stred på fronterna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Mellanöstern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Osmanska rikets fall och arabiska revolten 1916 formade regionen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USA:s inträde 1917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Ubåtskriget drog in världens mäktigaste ekonomi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HEMMAFRONTEN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Aktörer inom nya strukturer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5448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Kvinnors nya roller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Kontorister, fabriksarbetare, lärare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Sjuksköterskeyrket professionaliserades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 Brittain:</a:t>
            </a:r>
            <a:endParaRPr lang="en-US" sz="16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"Krigets personliga kostnader"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55448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Propaganda och blockad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Massläskunnighet + film = folkopinion styrs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Zeppelinare kallades "baby-killers"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Tysk barndödlighet: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+50% mellan 1915 och 1917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kvinnornas nya roller ett aktörsval eller en strukturell förändring?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DISKUTERA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Kunde enskilda generaler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 ändrat krigets förlopp,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eller var det strukturerna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 bestämde?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Perspektivanalys: Soldaten | Generalen | Hemmafronten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NÄSTA LEKTION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 kriget oundvikligt?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 tar ställning.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samlar ihop allt - strukturer, aktörer, julikrisen, krigets förlopp.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besvarar den stora frågan.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Skyttegravarna och världen</dc:title>
  <dc:subject>PptxGenJS Presentation</dc:subject>
  <dc:creator>Historia 1b</dc:creator>
  <cp:lastModifiedBy>Historia 1b</cp:lastModifiedBy>
  <cp:revision>1</cp:revision>
  <dcterms:created xsi:type="dcterms:W3CDTF">2026-03-18T21:08:35Z</dcterms:created>
  <dcterms:modified xsi:type="dcterms:W3CDTF">2026-03-18T21:08:35Z</dcterms:modified>
</cp:coreProperties>
</file>