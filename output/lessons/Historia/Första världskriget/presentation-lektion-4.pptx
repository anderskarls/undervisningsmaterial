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Titelslide.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Låt siffrorna sjunka in. Fråga: Varför har ni aldrig hört om detta? Tid: 2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Kort. Tid: 1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Visa att vår vanliga bild av kriget är begränsad. Kontrollfråga: Varför berättas kriget oftast ur europeiskt perspektiv? Tid: 3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Förklara Osmanska rikets roll. Gallipoli. Konsekvenser för Mellanöstern. Kontrollfråga: Hur påverkar krigets slut Mellanöstern idag? Tid: 3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EPA. Lyssna efter om eleverna kan se maktdimensionen.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Betona att dessa soldater ofta inte hade något val. Löften om medborgarskap, rättigheter. Kontrollfåga: Vad hände med dessa löften efter kriget? Tid: 3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Koppla till genus/jämställdhetsperspektiv. Kvinnor tog över fabriker, jordbruk. Rösträtt efter kriget i flera länder. Tid: 2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Central diskussion. Koppla till historiebruk. Vem bestämmer vilka berättelser som berättas?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Dela ut rollkort. Ge 15 min diskussion, sedan 2 min presentation per grupp. Cirkulera och fördjupa. Tid: 25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Avslutande reflektion. Koppla till momentets angelägna fråga. Tid: 2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Exit ticket: Varför kan det vara problematiskt att kalla konflikten 1914-1918 för ett 'världskrig'? Ge ett argument för och ett mot. Tid: 3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92040"/>
            <a:ext cx="9144000" cy="7315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914400"/>
            <a:ext cx="768096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Hela världens</a:t>
            </a:r>
            <a:endParaRPr lang="en-US" sz="4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världskrig?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731520" y="329184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 1b - Lektion 4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393192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Första världskriget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65A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Visste ni att...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731520" y="1280160"/>
            <a:ext cx="7680960" cy="1371600"/>
          </a:xfrm>
          <a:prstGeom prst="rect">
            <a:avLst>
              <a:gd name="adj" fmla="val 6667"/>
            </a:avLst>
          </a:prstGeom>
          <a:solidFill>
            <a:srgbClr val="21295C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1097280" y="1463040"/>
            <a:ext cx="6949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Över 1 miljon indiska soldater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stred på västfronten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926080"/>
            <a:ext cx="7680960" cy="1371600"/>
          </a:xfrm>
          <a:prstGeom prst="rect">
            <a:avLst>
              <a:gd name="adj" fmla="val 6667"/>
            </a:avLst>
          </a:prstGeom>
          <a:solidFill>
            <a:srgbClr val="21295C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97280" y="3108960"/>
            <a:ext cx="6949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Soldater från Senegal, Australien och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Nya Zeeland dog i Gallipoli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Idag ska ni kunna: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768096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Förklara varför första världskriget var ett globalt krig - inte bara europeiskt</a:t>
            </a:r>
            <a:endParaRPr lang="en-US" sz="18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 exempel på koloniala soldaters deltagande och villkor</a:t>
            </a:r>
            <a:endParaRPr lang="en-US" sz="18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Diskutera vems perspektiv som dominerar i historieskrivningen</a:t>
            </a:r>
            <a:endParaRPr lang="en-US" sz="18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Analysera hur kriget förändrade roller för kvinnor och koloniserade folk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Två berättelser om kriget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393192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18872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Den vanliga berättelsen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1920240"/>
            <a:ext cx="356616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Fokus på västfronten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Europeiska stormakter i centrum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Vita soldater i skyttegravarna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Kvinnor "väntade hemma"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754880" y="1097280"/>
            <a:ext cx="3931920" cy="3474720"/>
          </a:xfrm>
          <a:prstGeom prst="rect">
            <a:avLst/>
          </a:prstGeom>
          <a:solidFill>
            <a:srgbClr val="065A82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754880" y="118872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Den bredare berättelsen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937760" y="1920240"/>
            <a:ext cx="356616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Slagfält på flera kontinenter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Koloniala soldater från hela världen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Osmanska riket, Japan, Afrika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Kvinnor övertog arbetsmarknaden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Vilken roll spelade Osmanska riket?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768096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Allierade med Tyskland och Österrike-Ungern (centralmakterna)</a:t>
            </a:r>
            <a:endParaRPr lang="en-US" sz="17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Gallipoli 1915 - en av krigets blodigaste strider, med soldater från Australien, Nya Zeeland, Indien och Senegal</a:t>
            </a:r>
            <a:endParaRPr lang="en-US" sz="17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Rikets fall ledde till nya gränser i Mellanöstern som skapar konflikter än idag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731520" y="3840480"/>
            <a:ext cx="7680960" cy="914400"/>
          </a:xfrm>
          <a:prstGeom prst="rect">
            <a:avLst>
              <a:gd name="adj" fmla="val 8000"/>
            </a:avLst>
          </a:prstGeom>
          <a:solidFill>
            <a:srgbClr val="21295C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97280" y="3931920"/>
            <a:ext cx="6949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Krigets konsekvenser i Mellanöstern lever kvar över 100 år senare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C72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Diskutera (2 min)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768096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Varför skickades koloniala</a:t>
            </a:r>
            <a:endParaRPr lang="en-US" sz="3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soldater till Europa?</a:t>
            </a:r>
            <a:endParaRPr lang="en-US" sz="3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Vad lovades de?</a:t>
            </a:r>
            <a:endParaRPr lang="en-US" sz="3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Vad fick de?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438912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Börja enskilt, diskutera sedan i par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Vem stred - och varför?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256032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97280"/>
            <a:ext cx="2560320" cy="64008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14300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Rekrytering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1920240"/>
            <a:ext cx="219456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Miljontals soldater från Indien, Senegal, Algeriet och andra kolonier tvingades eller lockades att strida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291840" y="1097280"/>
            <a:ext cx="256032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91840" y="1097280"/>
            <a:ext cx="2560320" cy="64008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0" name="Text 8"/>
          <p:cNvSpPr/>
          <p:nvPr/>
        </p:nvSpPr>
        <p:spPr>
          <a:xfrm>
            <a:off x="3291840" y="114300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Löften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474720" y="1920240"/>
            <a:ext cx="219456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Kolonialmakterna lovade medborgarskap, rättigheter och ekonomisk ersättning efter kriget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126480" y="1097280"/>
            <a:ext cx="256032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26480" y="1097280"/>
            <a:ext cx="2560320" cy="64008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4" name="Text 12"/>
          <p:cNvSpPr/>
          <p:nvPr/>
        </p:nvSpPr>
        <p:spPr>
          <a:xfrm>
            <a:off x="6126480" y="114300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Verkligheten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309360" y="1920240"/>
            <a:ext cx="219456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Löftena bots sällan. Koloniala veteraner mötte diskriminering och fortsatt förtryck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Hur förändrade kriget kvinnors roll?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768096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Kvinnor tog över fabriker, jordbruk och transporter när männen drog ut i krig</a:t>
            </a:r>
            <a:endParaRPr lang="en-US" sz="17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Visade att kvinnor kunde utföra "mäns" arbete - utmanade rådande könsnormer</a:t>
            </a:r>
            <a:endParaRPr lang="en-US" sz="17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Flera länder införde rösträtt för kvinnor efter kriget (t.ex. Storbritannien 1918, Tyskland 1918, Sverige 1921)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731520" y="3840480"/>
            <a:ext cx="7680960" cy="914400"/>
          </a:xfrm>
          <a:prstGeom prst="rect">
            <a:avLst>
              <a:gd name="adj" fmla="val 8000"/>
            </a:avLst>
          </a:prstGeom>
          <a:solidFill>
            <a:srgbClr val="1C7293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97280" y="3931920"/>
            <a:ext cx="6949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Kriget öppnade dörrar - men många stängdes igen när männen kom hem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C72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Diskutera (2 min)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768096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Vems berättelse dominerar</a:t>
            </a:r>
            <a:endParaRPr lang="en-US" sz="3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 historiebeskrivningar</a:t>
            </a:r>
            <a:endParaRPr lang="en-US" sz="3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av kriget?</a:t>
            </a:r>
            <a:endParaRPr lang="en-US" sz="3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Varför saknas vissa perspektiv?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438912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Koppla till: Vem skriver historien?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65A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Gruppaktivitet (25 min)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Perspektivanalys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731520" y="2286000"/>
            <a:ext cx="7680960" cy="2011680"/>
          </a:xfrm>
          <a:prstGeom prst="rect">
            <a:avLst>
              <a:gd name="adj" fmla="val 4545"/>
            </a:avLst>
          </a:prstGeom>
          <a:solidFill>
            <a:srgbClr val="21295C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97280" y="2468880"/>
            <a:ext cx="69494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 tilldelas en roll (indisk soldat, senegalesisk soldat, brittisk kvinna, osmansk officer...)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Diskutera i gruppen: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Varför är ni i detta krig?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Hur påverkas ert liv?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457200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 diskussion + 2 min presentation per grupp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914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0" b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12000" dirty="0"/>
          </a:p>
        </p:txBody>
      </p:sp>
      <p:sp>
        <p:nvSpPr>
          <p:cNvPr id="3" name="Text 1"/>
          <p:cNvSpPr/>
          <p:nvPr/>
        </p:nvSpPr>
        <p:spPr>
          <a:xfrm>
            <a:off x="1371600" y="1097280"/>
            <a:ext cx="68580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2400" i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Att kalla det ett världskrig</a:t>
            </a:r>
            <a:endParaRPr lang="en-US" sz="2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2400" i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utan att inkludera hela världens</a:t>
            </a:r>
            <a:endParaRPr lang="en-US" sz="2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2400" i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perspektiv är att upprepa</a:t>
            </a:r>
            <a:endParaRPr lang="en-US" sz="2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2400" i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kolonialismens logik.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371600" y="3931920"/>
            <a:ext cx="2743200" cy="45720"/>
          </a:xfrm>
          <a:prstGeom prst="rect">
            <a:avLst/>
          </a:prstGeom>
          <a:solidFill>
            <a:srgbClr val="1C7293"/>
          </a:solidFill>
          <a:ln/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92040"/>
            <a:ext cx="9144000" cy="7315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73152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Nästa lektion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31520" y="146304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Kan fred leda till krig?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731520" y="265176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Versaillesfreden och dess konsekvenser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3474720"/>
            <a:ext cx="7680960" cy="1280160"/>
          </a:xfrm>
          <a:prstGeom prst="rect">
            <a:avLst>
              <a:gd name="adj" fmla="val 7143"/>
            </a:avLst>
          </a:prstGeom>
          <a:solidFill>
            <a:srgbClr val="065A82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097280" y="3566160"/>
            <a:ext cx="6949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ticket: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97280" y="3931920"/>
            <a:ext cx="6949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Varför kan det vara problematiskt att kalla konflikten 1914-1918 för ett "världskrig"? Ge ett argument för och ett mot.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Lektion 4: Hela världens världskrig?</dc:title>
  <dc:subject>PptxGenJS Presentation</dc:subject>
  <dc:creator>Cornelius Agent</dc:creator>
  <cp:lastModifiedBy>Cornelius Agent</cp:lastModifiedBy>
  <cp:revision>1</cp:revision>
  <dcterms:created xsi:type="dcterms:W3CDTF">2026-03-16T14:25:08Z</dcterms:created>
  <dcterms:modified xsi:type="dcterms:W3CDTF">2026-03-16T14:25:08Z</dcterms:modified>
</cp:coreProperties>
</file>