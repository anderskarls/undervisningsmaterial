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Titelslide. Välkomna eleverna.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karta över Europas allianser 1914. Låt eleverna fundera 30 sekunder. Samla gissningar. Tid: 2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Presentera målen kort. Tid: 1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Förklara nationalism med konkreta exempel: Balkan, tyska enandet. Kontrollfråga: Ge ett eget exempel på nationalism. Tid: 3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EPA: enskilt 30 sek, par 30 sek. Lyssna efter nyanser.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karta över koloniala imperier. Betona ekonomiska motiv. Kontrollfråga: Varför ville stormakterna ha kolonier? Tid: 3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Rita allianssystemet på tavlan eller visa diagram. Kontrollfråga: Varför är allianser farliga? Tid: 3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EPA. Lyft olika svar — det finns inget 'rätt' svar. Syftet är att träna argumentation.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 konkreta siffror om militärutgifter. Kontrollfråga: Kan kapprustning leda till fred genom avskräckning? Tid: 2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Modellera hur fiskbensdiagrammet fungerar. Visa en gren (t.ex. nationalism) med 2 exempel. Övergång till elevaktivitet. Tid: 2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 ut fiskbensdiagram. Cirkulera och ställ fördjupningsfrågor: Hur hänger nationalism och imperialism ihop? Tid: 25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ticket: Nämn en bakomliggande orsak och förklara varför den ökade spänningarna. Samla in. Tid: 3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1A2E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Europas krutdurk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Nationalism, imperialism och allianserna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1b — Första världskriget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2743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B85042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Varför stod halva Europa mot den andra halvan 1914?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Visa karta över Europas allianser 1914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Idag ska ni kunna: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Förklara de bakomliggande orsakerna till första världskriget: nationalism, imperialism, allianssystemet och kapprustningen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Analysera hur dessa orsaker hänger ihop och förstärker varandra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2743200" cy="45720"/>
          </a:xfrm>
          <a:prstGeom prst="rect">
            <a:avLst/>
          </a:prstGeom>
          <a:solidFill>
            <a:srgbClr val="B8504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är nationalism — och varför kan det leda till krig?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657600" cy="36576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Nationalism = idén att varje folk/nation ska ha sin egen stat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 Balkan ville slaviska folk bryta sig loss ur Osmanska och Habsburgska rikena — en krutdurk av konflikter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Stormakterna använde nationalism för att rättfärdiga expansion och militär uppbyggnad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A7BE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E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(1 min)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 nationalism vara både positivt och negativt?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 ett exempel av varje.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46320"/>
            <a:ext cx="3657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EPA: enskilt → par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 hänger imperialism ihop med stormakternas rivalitet?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657600" cy="36576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Imperialism = stormakter tävlar om kolonier i Afrika och Asien för råvaror, marknader och prestige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Konflikter om kolonier (t.ex. Marockokrisen 1905, 1911) spände relationerna mellan Frankrike och Tyskland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Kapplöpningen om kolonier drev fram militär upprustning och allianser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869680" y="1371600"/>
            <a:ext cx="109728" cy="2743200"/>
          </a:xfrm>
          <a:prstGeom prst="rect">
            <a:avLst/>
          </a:prstGeom>
          <a:solidFill>
            <a:srgbClr val="B8504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händer när alla har valt sida?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6576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Trippelalliansen (1882): Tyskland, Österrike–Ungern, Italien — ett försvarsförbund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Trippelententen (1907): Frankrike, Ryssland, Storbritannien — en motallians för att balansera makten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Allianserna betydde att en lokal konflikt snabbt kunde dra in alla stormakter — en dominoeffekt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A7BE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E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(2 min)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Vilken av dessa orsaker tror ni var viktigast?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Varför?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46320"/>
            <a:ext cx="3657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EPA: enskilt → par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Varför byggde länderna upp sina arméer?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657600" cy="36576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Kapprustning = stormakterna tävlade om att bygga störst armé och flotta (särskilt Tyskland vs Storbritannien)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Militärutgifterna ökade dramatiskt: Tysklands armébudget fördubblades mellan 1900 och 1914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 länder hade mobiliseringsplaner klara — när krisen kom 1914 gick det fort att gå från fred till krig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 hänger orsakerna ihop?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Fiskbensdiagram — lärarens modell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017520"/>
            <a:ext cx="6858000" cy="3657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0" y="2377440"/>
            <a:ext cx="2011680" cy="1280160"/>
          </a:xfrm>
          <a:prstGeom prst="rect">
            <a:avLst>
              <a:gd name="adj" fmla="val 7143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VÄRLDS-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KRIGET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Nationalism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2286000"/>
            <a:ext cx="36576" cy="7315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Imperialism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0" y="2286000"/>
            <a:ext cx="36576" cy="7315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Allianser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28800" y="3063240"/>
            <a:ext cx="36576" cy="4572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Kapprustning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0480" y="3063240"/>
            <a:ext cx="36576" cy="4572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t.ex. Balkan, tyska enandet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Läraren visar en gren med 2 exempel — sedan är det elevernas tur!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 är det er tur!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Fyll i fiskbensdiagrammet i par.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Minst 2 exempel per gren.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2286000" cy="548640"/>
          </a:xfrm>
          <a:prstGeom prst="rect">
            <a:avLst>
              <a:gd name="adj" fmla="val 13333"/>
            </a:avLst>
          </a:prstGeom>
          <a:solidFill>
            <a:srgbClr val="1A1A2E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1A2E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LEKTION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Skotten i Sarajevo —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från kris till världskrig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ticket: Nämn en bakomliggande orsak och förklara varför den ökade spänningarna.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2026-03-16T14:24:14Z</dcterms:created>
  <dcterms:modified xsi:type="dcterms:W3CDTF">2026-03-16T14:24:14Z</dcterms:modified>
</cp:coreProperties>
</file>