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Sista lektionen. Allt knyts ihop. Idag visar ni vad ni kan. Tid: 30 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review som aktiverar ALLT. Individuellt 2 min, par 2 min, gemensamt 1 min. Samla begrepp på tavlan - de kan användas som stöd under skrivandet.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 Alex resa. Visa progressionen: begrepp -&gt; tillämpning -&gt; analys -&gt; syntes. Nu ska ni visa att ni förstår helheten.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uppgiften. Gå igenom alla fyra delar. Betona att alla delar ska besvaras. Visa dispositionsmall för de som behöver.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Modellera skillnaden med kort think-aloud. E: listar fakta. A: analyserar kopplingar, byter perspektiv, problematiserar.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planeringspaus. Eleverna gör disposition. Cirkulera och hjälp de som fastnar med struktur. Tid: 1 min + sedan 10 min guidad planering.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bedömningspunkterna. Modellera: om kompisen skrev 'Alex betalar skatt', vad saknas för C-nivå? Ge 8 min att läsa och bedöma, 3 min skriftlig feedback, 2 min muntligt. Tid: 13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Avslutande exit ticket. Reflektiv - inte kunskapsmätande. Ge 3 min att skriva. Avsluta momentet med uppmuntrande ord.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ekonomi,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 samhällets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Syntes och fördjupning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5 | Ungas ekonomi | Samhällskunskap 1a1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 momentet i fyra begrepp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3716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Kretsloppet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ett begrepp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011680" cy="13716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Arbetsmarknad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ett begrepp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2011680" cy="13716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Privatekonomi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ett begrepp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13716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Konsekvenser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ett begrepp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Individuellt 2 min, sedan jämför med din granne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hänger dessa fyra delar ihop?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resa genom ekonomin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Kretsloppet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Aktörer och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flöden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Jobbsökning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Anställnings-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Inkomst, skatt,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utgifter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9202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och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 -&gt; samhälle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Begrepp -&gt; Tillämpning -&gt; Analys -&gt; Nu: Syntes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Analysuppgift: Alex efter sex månader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har bott ensam i sex månader. Han har timanställning, en budget som precis går ihop, och funderar på att ta ett lån för att köpa bil.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Beskriv Alex roll i det ekonomiska kretsloppet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Analysera hur arbetsmarknadens villkor påverkar Alex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Resonera: Vad händer om Alex tar lånet? Kort och lång sikt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Diskutera: Hur påverkar Alex val samhällsekonomin?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skiljer ett E-svar från ett A-svar?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E-nivå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 betalar skatt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handlar i butiker.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är en del av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kretsloppet."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92608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A-nivå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 skattebetalning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finansierar infrastruktur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möjliggör hans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arbetsplats — ett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övsesidigt beroende."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Skillnaden: konkreta kopplingar, flera perspektiv, problematisering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Innan ni börjar skriva (1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begrepp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 du använda?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perspektiv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 du med?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Planera din text kort innan du börjar skriva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Kamratbedömning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Bedöm din kompis text: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Nämns alla fyra delar? (kretslopp, arbetsmarknad, privatekonomi, samhälle)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Finns resonemang med för och emot?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Används begrepp korrekt?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Finns koppling individ till samhälle?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skriftlig feedback: en styrka och ett förbättringsförslag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Avslutande reflektion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är det viktigaste du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lärt dig under momentet?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ett konkret exempel på hur du kan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använda kunskapen i ditt eget liv.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har följt Alex resa genom ekonomin — den kunskapen är livkunskap.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5: Min ekonomi, hela samhällets ekonomi</dc:title>
  <dc:subject>PptxGenJS Presentation</dc:subject>
  <dc:creator>Cornelius Agent</dc:creator>
  <cp:lastModifiedBy>Cornelius Agent</cp:lastModifiedBy>
  <cp:revision>1</cp:revision>
  <dcterms:created xsi:type="dcterms:W3CDTF">2026-03-10T19:01:37Z</dcterms:created>
  <dcterms:modified xsi:type="dcterms:W3CDTF">2026-03-10T19:01:37Z</dcterms:modified>
</cp:coreProperties>
</file>