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Titelslide. Koppla till förra lektionen: vi pratade om kretsloppet. En av pilarna var lön - men hur får man ett jobb? Tid: 30 sek.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review. Ge 2 min individuellt, 1 min i par. Gemensam genomgång. Koppla svaren till dagens tema. Tid: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Målaktivering. Visa de tre jobben. Låt eleverna reagera snabbt - handuppräckning eller snabbt svar. Fånga intresse: 'Vi ska ta reda på vad som egentligen skiljer dessa jobb åt.'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 diskussionspaus. Alla har en åsikt. Lyft 2-3 svar. Notera argument som återkommer i instruktionen.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verklig statistik. Betona att detta inte är abstrakt - det handlar om dem. Kontrollfråga: varför tror ni att unga har svårare att få jobb?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igenom tabellen kolumn för kolumn. Betona: gig-ekonomin har ingen arbetsrätt - du är egenföretagare. Kontrollfråga: vilka rättigheter tror ni att Alex har som timanställd jämfört med fast anställd? Tid: 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Deliberativ diskussion. Tvinga perspektivbyte: vem vinner och vem förlorar? Lyssna efter resonemang som kopplar till kretsloppet (t.ex. mindre skatteintäkter om fler gig-jobb). Tid: 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EPA-uppgift. Dela ut jämförelsetabellen. Ge tydliga tider. Cirkulera under par-fasen. Under alla-fasen: lyft intressanta resonemang, inte bara fakta. Tid: 23 min totalt.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ticket. Ge 3 minuter. Betona: motivera med argument, inte bara 'jag tycker'. Samla in. Preview av nästa lektion. Tid: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 får jobben?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Arbetsmarknaden för unga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2 | Ungas ekonomi | Samhällskunskap 1a1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 ni kretsloppet?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Vilka tre aktörer finns i kretsloppet?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Vart går Alex lön?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Vad får Alex tillbaka av skatten?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svar individuellt, sedan jämför med din granne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söker jobb - tre erbjudanden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anställning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på lager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Trygg men tung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kr/mån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Visstidsanställning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butik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månader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22 000 kr/mån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Gig-jobb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matleverans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Flexibelt men osäkert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150 kr/timme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E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Vilket jobb borde Alex välja? Varför?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med din granne (1 min)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Vilket jobb väljer ni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åt Alex? Varför?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Tänk på: trygghet, pengar, framtid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 har unga svårare att få jobb?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Ungdomsarbetslösheten är 3x högre än för vuxna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Unga saknar erfarenhet och kontakter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Många unga har otrygga anställningar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solidFill>
            <a:srgbClr val="E8F0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Källa: SCB, Arbetsförmedlingen — Arbetsmarknadsstatistik 2024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A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skiljer anställningsformerna åt?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714500"/>
                <a:gridCol w="1714500"/>
                <a:gridCol w="1714500"/>
                <a:gridCol w="17145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Tillsvidare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Visstid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Trygghet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Hög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Låg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Rättigheter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Begränsade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Inga (egenföretagare)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Låg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Låg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Hög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Karriär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Osäker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Primärkälla: LAS — Lagen om anställningsskydd § 4-5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med din granne (2 min)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händer med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arbetsmarknaden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 fler jobb blir gig-jobb?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vinner? Vem förlorar?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C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tur: Jämförande analys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Enskilt (5 min)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Fyll i jämförelsetabellen: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trygghet, lön, rättigheter,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flexibilitet, karriär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(8 min)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Jämför och diskutera: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Vilken form passar Alex bäst?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28346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Alla (10 min)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34747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Klassdiskussion: bästa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argumenten lyfts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har fått erbjudande om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timanställning i butik och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gig-jobb som matleverans.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Alex ett råd och motivera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minst två argument.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lektion: Alex flyttar hemifrån — hur långt räcker pengarna?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2: Vem får jobben?</dc:title>
  <dc:subject>PptxGenJS Presentation</dc:subject>
  <dc:creator>Cornelius Agent</dc:creator>
  <cp:lastModifiedBy>Cornelius Agent</cp:lastModifiedBy>
  <cp:revision>1</cp:revision>
  <dcterms:created xsi:type="dcterms:W3CDTF">2026-03-10T19:01:34Z</dcterms:created>
  <dcterms:modified xsi:type="dcterms:W3CDTF">2026-03-10T19:01:34Z</dcterms:modified>
</cp:coreProperties>
</file>