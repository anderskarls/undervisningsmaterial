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Titelslide. Koppla till lektion 2: Alex har valt jobb. Nu ska han flytta hemifrån. Räcker pengarna? Tid: 30 sek.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Engagerande öppning. Låt alla gissa. De flesta unga har ingen aning om hur mycket skatt man betalar. Samla gissningar. Visa sedan svaret på nästa slide.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Avslöja svaret. Reaktion? Koppla tillbaka till kretsloppet: vart går skatten? Mål: efter lektionen ska ni kunna göra en realistisk budget.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fasta utgifter med verkliga siffror. Rörliga är frågetecken - det är vad eleverna ska bestämma i budgetövningen. Kontrollfråga: vad händer om hyran höjs?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Snabb diskussion. Väck känslan av att 6000 kr inte är mycket. Lyft 2 svar. Övergång till budgetövning.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ränta med konkret exempel. Visa skillnaden mellan banklån och snabblån. Kontrollfråga: varför erbjuder företag snabblån om det kostar så mycket?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 ut budgetmallar och verkliga priser. Händelsekorten skapar realism och engagemang. Cirkulera, ställ 'varför?'-frågor. Tid: 25 min totalt.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ticket. Tre saker + varför. Visar om de förstår lånemekanismer (ränta, amortering, löptid) eller bara ytliga svar.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Räcker pengarna?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Privatekonomi och budget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3 | Ungas ekonomi | Samhällskunskap 1a1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tjänar 22 000 kr i månaden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Bruttolön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22 000 kr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solidFill>
            <a:srgbClr val="4A90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mycket tror ni Alex får ut efter skatt?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din gissning på en lapp!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Svaret: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22 000 kr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Innan skatt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2743200"/>
          </a:xfrm>
          <a:prstGeom prst="rect">
            <a:avLst/>
          </a:prstGeom>
          <a:solidFill>
            <a:srgbClr val="2E5A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~17 500 kr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Alex faktiskt får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Källa: Skatteverkets tabell 2024/25 — kommunalskatt ca 32%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utgifter kan Alex inte undvika?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 utgifter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Hyra: 6 500 kr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Mat: 3 500 kr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900 kr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Mobil/internet: 400 kr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Försäkring: 200 kr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Rörliga utgifter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Nöjen/fika: 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Kläder: 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Sparande: 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Oförutsett: 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Källa: Konsumentverket — Referensvärden för hushållsutgifter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(1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har 17 500 kr.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 utgifter: ~11 500 kr.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Kvar: 6 000 kr.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borde Alex fördela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sista 6 000 kronorna?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kostar ett lån mer ju längre man betalar?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27432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Exempel: Alex lånar 10 000 kr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Ränta 5%: Betalar tillbaka 10 500 kr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Ränta 15% (snabblån): Betalar tillbaka 11 500 kr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Alex bara betalar minimum: kan bli 15 000+ kr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 Alex budget!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1 (8 min): Fyll i fasta utgifter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verkliga siffror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2 (7 min): Fördela resten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nöjen, sparande, oförutsett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3 (5 min): Dra ett händelsekort!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Oväntat: tandläkare, trasig mobil...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2E5A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Steg 4 (5 min):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Diskutera i paret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2743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Vilka val var svårast?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prioriterade ni?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offrade ni?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minuter | Jobba i par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Nämn tre saker Alex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måste tänka på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innan han tar ett lån.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varför varje sak är viktig.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lektion: Alex ställs inför svåra val med riktiga konsekvenser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3: Räcker pengarna?</dc:title>
  <dc:subject>PptxGenJS Presentation</dc:subject>
  <dc:creator>Cornelius Agent</dc:creator>
  <cp:lastModifiedBy>Cornelius Agent</cp:lastModifiedBy>
  <cp:revision>1</cp:revision>
  <dcterms:created xsi:type="dcterms:W3CDTF">2026-03-10T19:01:35Z</dcterms:created>
  <dcterms:modified xsi:type="dcterms:W3CDTF">2026-03-10T19:01:35Z</dcterms:modified>
</cp:coreProperties>
</file>