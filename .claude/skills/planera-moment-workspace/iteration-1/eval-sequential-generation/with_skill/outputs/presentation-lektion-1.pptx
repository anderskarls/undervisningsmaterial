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 Välkomna eleverna. Berätta att vi idag ska följa pengarna genom samhället. Tid: 30 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review / förkunskapsaktivering. Dela ut lappar. Ge 2 min att skriva. Samla ord på tavlan och sortera: privatekonomi vs samhällsekonomi. Poäng: dessa hänger ihop!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Introducera Alex - vårt genomgående case. Fråga klassen öppet: vad behöver Alex tänka på? Samla svar. Presentera lektionens mål.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målen tydligt. Gå igenom varje punkt. Betona: efter lektionen ska ni kunna förklara detta med egna ord. Tid: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Bygg kretsloppet steg för steg. Börja med hushållen. Rita på tavlan samtidigt. Alex som konsument och arbetstagare. Kontrollfråga efter steg 1.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Lägg till företagen i kretsloppet på tavlan. Visa flödena: konsumtion från hushåll → företag, lön från företag → hushåll. Kontrollfråga.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Diskussionspaus. Låt eleverna diskutera i 1 minut. Lyssna efter: nämner de effekten på företag, stat, andra hushåll? Lyft 1-2 svar.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Sista steget i kretsloppet. Visa att skatten inte 'försvinner' utan kommer tillbaka. Nämn SCB-statistik om hushållens utgifter. Koppla: Alex betalar skatt → får tillbaka sjukvård, vägar, eventuellt studiestöd. Tid: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 tydliga instruktioner. Dela ut A3-papper. Visa stegen på sliden. Betona steg 3 - det är analysfrågan. Cirkulera och ställ fördjupande frågor. Tid: 25 min för uppgiften.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Övergång till scenarioanalys. Diskutera kort i par utifrån deras ritade kretslopp. Sedan övergång till individuell scenarioanalys.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ticket. Dela ut lappar. Ge 3 minuter att skriva. Samla in. Preview av nästa lektion om arbetsmarknaden.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med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pengarna?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ekonomiska kretsloppet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 | Ungas ekonomi | Samhällskunskap 1a1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tänker ni på när ni hör "ekonomi"?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tre ord på en lapp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Privatekonomi? Samhällsekonomi? Båda?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samlar era ord på tavlan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Möt Alex, 19 år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ska flytta hemifrån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Behöver hitta jobb och bostad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Måste göra en budget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Navigera det ekonomiska systemet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1188720"/>
            <a:ext cx="3657600" cy="2926080"/>
          </a:xfrm>
          <a:prstGeom prst="rect">
            <a:avLst/>
          </a:prstGeom>
          <a:solidFill>
            <a:srgbClr val="2E5A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0" y="1645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behöver Alex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tänka på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ekonomiskt?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ska ni kunna efter idag?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hur pengar rör sig mellan hushåll, företag och stat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Beskriva varför det spelar roll för Alex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hur en förändring sprider sig genom kretsloppet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Varifrån kommer Alex pengar?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1: Hushållen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är en del av ett hushåll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Hushållet konsumerar varor och tjänster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Hushållet erbjuder arbetskraft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4A90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Kontrollfråga: Varifrån får Alex pengar?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Vart tar pengarna vägen när Alex handlar?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2: Företagen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säljer varor och tjänster till hushållen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betalar lön till sina anställda (som Alex)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betalar skatt till staten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4A90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Kontrollfråga: Vart går pengarna härifrån?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(1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 Alex förlorar jobbet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vilka pengaflöden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påverkas?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på alla aktörer i kretsloppet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får Alex tillbaka av skatten?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3: Offentlig sektor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samlar in skatt från hushåll och företag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Omfördelar genom bidrag, a-kassa, studiestöd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Finansierar vård, skola, infrastruktur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4A90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SCB — Hushållens utgifter 2024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är det er tur!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Alex kretslopp i par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Placera aktörerna: Alex hushåll, arbetsgivaren, kommunen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Rita pengaflöden med pilar (lön, skatt, konsumtion...)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Diskutera: Vad händer om Alex förlorar jobbet?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minuter | A3-papper | Jobba i par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i paret (2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pilar i ert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kretslopp förändras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 skatten höjs?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vinner? Vem förlorar?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Förklara med egna ord varför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 som händer i Alex plånbok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påverkar hela samhällsekonomin.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ett konkret exempel.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lektion: Alex söker jobb — vi tittar på arbetsmarknaden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1: Vad händer med pengarna?</dc:title>
  <dc:subject>PptxGenJS Presentation</dc:subject>
  <dc:creator>Cornelius Agent</dc:creator>
  <cp:lastModifiedBy>Cornelius Agent</cp:lastModifiedBy>
  <cp:revision>1</cp:revision>
  <dcterms:created xsi:type="dcterms:W3CDTF">2026-03-10T18:56:17Z</dcterms:created>
  <dcterms:modified xsi:type="dcterms:W3CDTF">2026-03-10T18:56:17Z</dcterms:modified>
</cp:coreProperties>
</file>