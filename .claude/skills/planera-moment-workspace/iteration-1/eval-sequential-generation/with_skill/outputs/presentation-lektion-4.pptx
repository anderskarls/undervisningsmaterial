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Titelslide. Idag handlar det om konsekvenser - vad händer när det inte går som planerat? Tid: 30 sek.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review. Räkneövning kopplad till L3. Svar: 11 500 kr. Om bara minimum: ränta-på-ränta, kan bli mycket mer. Koppla till dagens tema: konsekvenser. Tid: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statistiken. Låt det sjunka in. Fråga: Hur hamnar man där? Kan det hända Alex? Presentera lektionens mål.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Diskussionspaus. Lyssna efter kedjeresonemang: köper på kredit → kan inte betala → inkasso → Kronofogden. De som tänker i steg förstår konsekvenskedjor.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Modellera konsekvenskedjan visuellt. Betona: varje steg gör det värre. Kontrollfråga: varför erbjuder företag avbetalning om det kostar mer? (Perspektivväxling!) Tid: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genomgång av skyddsnätet. Ångerrätt, reklamation, ARN. Alex rättigheter som konsument.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 ut scenariokort. Varje par drar ett kort. Fyra steg. Cirkulera och ställ nyckelfragan: 'Vad händer om 100 000 unga gör samma val?' Tid: 25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Djupare diskussionsfråga. Här testas syntesförmåga - att se konflikten mellan individ och samhälle. Övergång till skrivuppgift.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ticket. Kräver syntes: individ -&gt; samhälle med begrepp. Visar om eleverna är redo för synteslektionen. Preview av avslutande lektion.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händer om...?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Risker, val och konsekvenser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4 | Ungas ekonomi | Samhällskunskap 1a1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Snabbräkning: Vad kostar lånet?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5486400" cy="182880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03120" y="16459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lånade 10 000 kr med 15% ränta.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mycket kostar lånet efter ett år?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Räkna individuellt, sedan kolla med din granne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Följdfråga: Vad händer om Alex bara betalar minimibeloppet?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52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Skuldsatta unga i Sverige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45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~100 000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18-25-åringar med skulder hos Kronofogden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Vanligaste orsakerna: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Telefonabonnemang, snabblån, obetalda räkningar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Källa: Kronofogden — Skuldsättning bland unga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med din granne (1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hamnar en 19-åring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 Kronofogden?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Tänk steg för steg: vad händer först, sedan, till slut?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fungerar skuldfällan?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828800" cy="109728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Köp på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1828800" cy="109728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inte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37160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828800" cy="109728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Inkasso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avgifter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37160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2011680" cy="1097280"/>
          </a:xfrm>
          <a:prstGeom prst="rect">
            <a:avLst/>
          </a:prstGeom>
          <a:solidFill>
            <a:srgbClr val="C452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188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Kronofogden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betalningsanm.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betalningsanmärkning kan Alex inte: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Hyra lägenhet, teckna mobilabonnemang, ta vanliga lån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Källa: Konsumentverket — jämförelse avbetalning vs kontant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rättigheter har Alex som konsument?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228600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Ångerrätt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dagar vid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distansköp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228600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Reklamation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år 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varan är felaktig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228600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prövning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 tvist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Primärkälla: Konsumentköplagen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Scenarioanalys: Alex dilemma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Analysera valet ur Alex perspektiv (8 min)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Kortsiktigt vs långsiktigt - vad händer?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Byt perspektiv: arbetsgivare/stat/samhälle (7 min)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Vem mer påverkas av Alex val?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Rita konsekvenskedja (5 min)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Val -&gt; konsekvens -&gt; konsekvens -&gt; samhällseffekt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Presentera för ett annat par (5 min)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 ger feedback: missade ni något perspektiv?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minuter | Dra ett scenariokort | Jobba i par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Reflektera (2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Finns det val som är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 för Alex men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dåliga för samhället?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Eller tvärtom?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Förklara med ett konkret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exempel hur en ung persons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ekonomiska problem kan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påverka samhällsekonomin.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Använd begreppen kretslopp och konsekvenskedja.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lektion: Vi knyter ihop allt - ni visar vad ni kan!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4: Vad händer om...?</dc:title>
  <dc:subject>PptxGenJS Presentation</dc:subject>
  <dc:creator>Cornelius Agent</dc:creator>
  <cp:lastModifiedBy>Cornelius Agent</cp:lastModifiedBy>
  <cp:revision>1</cp:revision>
  <dcterms:created xsi:type="dcterms:W3CDTF">2026-03-10T19:01:36Z</dcterms:created>
  <dcterms:modified xsi:type="dcterms:W3CDTF">2026-03-10T19:01:36Z</dcterms:modified>
</cp:coreProperties>
</file>