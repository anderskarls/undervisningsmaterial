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TITELSLIDE
Välkomna eleverna. Denna lektion är den mest analytiskt krävande i momentet.
Tid: 30 sekunder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1: RETRIEVAL REVIEW (5 min)
Låt eleverna diskutera i par i 2 minuter. Gå runt och lyssna.
Helklass 2 min: samla svar. De flesta kommer nämna att det var tight.
Nyckel: bygga bro till dagens tema - "Ni hade en plan, men vad händer när verkligheten inte stämmer?"
Baserat på lektion 3 exit ticket: om många elever hade svårt med sparande/buffert, lyft det specifikt.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2: MÅLAKTIVERING (2 min)
Låt frågan hänga i luften en stund. Be 2-3 elever reagera spontant.
Säg sedan: "Idag ska ni resonera om privatekonomiska val och konsekvenser, och diskutera hur individens val påverkar samhället."
Detta är en provocerande öppning - syftet är att skapa engagemang innan instruktionen.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målen tydligt. Förklara: "Det här handlar om att RESONERA - ni ska inte hitta ett rätt svar, utan väga olika argument."
Tid: 1 minut på denna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3: EXPLICIT INSTRUKTION (10 min)
Börja med statistiken - låt eleverna reagera. "Nästan 84 000 unga har skulder hos Kronofogden."
[VERIFIERA denna siffra på kronofogden.se - uppdatera vid behov]
Gå igenom de tre typerna av oväntade utgifter.
Förklara låneformer kort - snabblån, avbetalning (Klarna), kontokredit.
Konsumenträtt: ångerrätt vid distansköp (14 dagar), reklamationsrätt (3 år).
Källa: Kronofogden.se, Konsumentverket.se
Tid: 3 min på denna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 (7 min)
Räkna steg för steg på tavlan:
1. Alex behöver 10 000 kr akut
2. Snabblåneföretag erbjuder 35% effektiv ränta
3. 10 000 x 1.35 = 13 500 kr totalt
4. Alltså 3 500 kr bara i ränta!
Kontrollfråga: "Vad blir totalkostnaden?" - Låt alla räkna/diskutera kort.
Poängen: "3 500 kr - det är nästan en hel veckas matpengar för Alex."
Källa: Konsumentverket.se om effektiv ränta
Tid: 5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DISKUSSIONSPAUS (1 min)
Kort paus innan scenarioarbetet. Aktiverar elevernas egna erfarenheter.
Lyssna efter intressanta exempel att referera till senare.
Ingen helklassgenomgång - gå direkt vidare till scenarierna.
Tid: 1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4: GUIDAD ÖVNING (15 min)
Dela ut scenariokorten - ett set per par.
Förklara de tre stegen: identifiera alternativ, analysera konsekvenser, ta ställning.
Betona: "Det finns inget rätt svar. Jag vill höra era resonemang."
Circulera mellan paren:
- Scenario 1: "Spelar det roll att Alex inte har föräldrar som kan hjälpa?"
- Scenario 3: "Är Klarna problemet - eller sociala förväntningar?"
- Scenario 4: "Vems ansvar är anställningsformerna?"
Formativ checkpoint efter 8 min: "Vilket scenario skapar mest oenighet?"
Mot E: Peka på stödfrågorna på korten
Mot A: "Hur kopplar detta till kretsloppet?"
Tid: 15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1 visas som referens på projektorn medan eleverna arbetar.
Fördjupningsfråga mot C/A: "Spelar det roll att Alex inte har föräldrar som kan hjälpa?"
Mot A: "Vilken strukturell förändring skulle ge Alex fler alternativ?"
Faktaunderlag: Tandvård för 20-29 år har visst tandvårdsstöd (ATB). Akutbesök kostar ofta 600-900 kr + eventuell behandling.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3 - ofta det mest engagerande.
Mot C/A: "Är Klarna problemet - eller sociala förväntningar?"
Mot A: "Borde politikerna reglera 'köp nu, betala senare'-tjänster hårdare?"
Fakta: Klarna har ca 4 miljoner svenska användare. Konsumentverket har varnat för att unga underskattar kostnaden. [VERIFIERA aktuella siffror]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5: SJÄLVSTÄNDIG ÖVNING (10 min)
Paren arbetar vidare utan aktivt lärarstöd.
Varje par ska kunna motivera sitt val.
Sista 5 min: helklassdiskussion.
Samla argument: "Vilket scenario valde ni? Varför?"
Lyft att ekonomiska beslut aldrig är rent rationella - de påverkas av relationer, normer och strukturer.
Avslutande fråga: "Vems ansvar är det att unga inte hamnar i skuldfällan?"
Tid: 5 min pararbete + 5 min helklass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HELKLASSDISKUSSION
Lyft det scenario som skapade mest debatt.
Använd de tre perspektiven som struktur.
Poängen: ekonomiska beslut påverkas av relationer, normer, klass och strukturer.
"Det här är en fråga utan enkelt svar - och det är precis så samhällskunskap fungerar."
Mot A: Be elever problematisera alla tre perspektiv.
Tid: Del av fas 5 (5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6: AVSLUT (3 min)
Exit ticket - individuell, skriftlig. Alla skriver.
Detta mäter mål 4 direkt: kopplingen individ-samhälle.
Efter insamling: sortera i tre högar (förstod / osäker / missade).
Hög 2 och 3 informerar lektion 5 retrieval review.
Tid: 2 min skrivande + 1 min insamling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
"Nästa lektion är den sista i momentet. Då kopplar ni ihop allt ni lärt er - kretsloppet, arbetsmarknaden och privatekonomin - i en skriftlig analys med kamratbedömning."
Tid: 30 sekunder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228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Lektion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"Vad händer om...?"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Risker, val och konsekvenser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Samhällskunskap 1a1  |  Ungas ekonomi  |  60 min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minns ni från budgeten?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256032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i par (2 min)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mycket hade Alex kvar varje månad?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var den svåraste prioriteringen?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skulle ni ha gjort annorlunda?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2560320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Koppling framåt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82880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"Ni byggde en budget som funkade. Men vad händer när livet inte följer planen?"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1: Retrieval review  |  5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trasig tand.</a:t>
            </a:r>
            <a:endParaRPr lang="en-US" sz="3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Ett snabblån.</a:t>
            </a:r>
            <a:endParaRPr lang="en-US" sz="3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kompis som behöver hjälp.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gör du?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2: Målaktivering  |  2 min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Idag ska ni kunna...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3749040" cy="54864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Mål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Resonera om privatekonomiska val och deras konsekvenser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74904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Mål 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hur individens ekonomiska beslut påverkar och påverkas av samhällsekonomin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2: Målaktivering  |  2 min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är skuldfällan?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200400" cy="2743200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83 783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unga (18-25 år) med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skulder hos Kronofogden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C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[VERIFIERA - Kronofogden.se]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0" y="118872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Oväntade utgifter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Tandvård, trasig mobil, höjd hyra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Låneformer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Snabblån, avbetalning, kontokredit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Konsumenträtt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Ångerrätt 14 dagar, reklamation 3 år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3: Explicit instruktion  |  10 min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kostar ett snabblån egentligen?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029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behöver 10 000 kr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37360"/>
          <a:ext cx="45720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Lånebelopp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10 000 kr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Ränta (effektiv)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2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Återbetalningstid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månader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B2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kostnad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B2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13 500 kr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1097280"/>
            <a:ext cx="2560320" cy="1371600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0" y="1188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+ 3 500 kr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12648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ren räntekostnad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2743200"/>
            <a:ext cx="2560320" cy="1280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Kontrollfråga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09360" y="3200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skulle Alex totalt betala tillbaka?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3: Explicit instruktion  |  10 min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med din granne (1 min)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 du eller någon du känner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betalat med "köp nu, betala senare"?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hände?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Scenarioanalys i par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2468880" cy="54864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18872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83280" y="1188720"/>
            <a:ext cx="246888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0" y="118872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0" y="1188720"/>
            <a:ext cx="246888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Identifiera alternativ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0116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Vilka val har Alex? Lista minst tre alternativ.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11480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Analysera konsekvenser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20116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händer på kort sikt? Lång sikt? För Alex och för samhället?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ställning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0116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den öppna frågan. Väg argument. Det finns inget "rätt svar".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har fyra scenariokort. Hinn minst tre. Börja med valfritt kort.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4: Guidad övning  |  15 min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1: Tandläkaren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50292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972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har ont i en tand. Akuttandvård kostar 4 200 kr. Alex har 1 800 kr på kontot. Nästa lön kommer om 18 dagar.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Ta ett snabblån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Vänta till lönen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Fråga föräldrarna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Gå till vårdcentral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2560320" cy="27432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Diskussionsfråga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16459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 har inte föräldrar som kan hjälpa. Hur påverkar det Alex valmöjligheter? Är det rättvist?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3: "Alla andra har det"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50292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972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jobbarkompisar åker på en weekend till Köpenhamn. Det kostar 4 000 kr. Alex har inte råd, men vill inte vara den som alltid säger nej. En kompis säger: "Lägg det på Klarna, betala senare."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Vilka alternativ? Konsekvenser? Vem tjänar på "köp nu, betala senare"?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2560320" cy="2743200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Diskussionsfråga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16459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Är det ett individuellt problem eller ett samhällsproblem att företag som Klarna gör det lätt att skuldsätta sig?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Fördjupning: Individ och samhälle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1828800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uppgift: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Vilket scenario visar tydligast att privatekonomiska val påverkar samhället? Motivera med begrepp från lektionen.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3749040" cy="1097280"/>
          </a:xfrm>
          <a:prstGeom prst="rect">
            <a:avLst/>
          </a:prstGeom>
          <a:solidFill>
            <a:srgbClr val="E8F4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Stöd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konsekvens av detta val är att..."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"På kort sikt innebär det att..."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291840"/>
            <a:ext cx="3749040" cy="1097280"/>
          </a:xfrm>
          <a:prstGeom prst="rect">
            <a:avLst/>
          </a:prstGeom>
          <a:solidFill>
            <a:srgbClr val="FC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Utmaning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3657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Koppla till kretsloppet. Föreslå en politisk åtgärd som förebygger problemet.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5: Självständig övning  |  10 min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Vems ansvar?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560320" cy="2560320"/>
          </a:xfrm>
          <a:prstGeom prst="rect">
            <a:avLst/>
          </a:prstGeom>
          <a:solidFill>
            <a:srgbClr val="2A2A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256032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"Var och en ansvarar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 sina egna val"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280160"/>
            <a:ext cx="2560320" cy="2560320"/>
          </a:xfrm>
          <a:prstGeom prst="rect">
            <a:avLst/>
          </a:prstGeom>
          <a:solidFill>
            <a:srgbClr val="2A2A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280160"/>
            <a:ext cx="256032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Företagen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2011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"Klarna, snabblåne-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företag gör vinst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 skuldsättning"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280160"/>
            <a:ext cx="2560320" cy="2560320"/>
          </a:xfrm>
          <a:prstGeom prst="rect">
            <a:avLst/>
          </a:prstGeom>
          <a:solidFill>
            <a:srgbClr val="2A2A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280160"/>
            <a:ext cx="2560320" cy="54864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Samhället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011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"Politiken borde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skydda konsumenter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bättre"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Ekonomiska beslut är aldrig bara rationella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ticket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097280"/>
            <a:ext cx="64008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371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ett exempel på hur en individs ekonomiska val kan påverka samhället i stort - och tvärtom.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Resonera med hjälp av begrepp från lektionen.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37490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Begrepp att använda: skuldfällan, snabblån, ränta, konsumenträtt, ekonomiskt kretslopp, individ-samhälle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6: Avslut  |  3 min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gång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Lektion 5: Syntes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"Min ekonomi, hela samhällets ekonomi"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3017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kopplar ihop allt: kretsloppet, arbetsmarknaden, privatekonomin - i en skriftlig analys.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Lektion 4: Vad händer om...? - Risker, val och konsekvenser</dc:title>
  <dc:subject>PptxGenJS Presentation</dc:subject>
  <dc:creator>Cornelius Agent</dc:creator>
  <cp:lastModifiedBy>Cornelius Agent</cp:lastModifiedBy>
  <cp:revision>1</cp:revision>
  <dcterms:created xsi:type="dcterms:W3CDTF">2026-03-10T19:10:43Z</dcterms:created>
  <dcterms:modified xsi:type="dcterms:W3CDTF">2026-03-10T19:10:43Z</dcterms:modified>
</cp:coreProperties>
</file>