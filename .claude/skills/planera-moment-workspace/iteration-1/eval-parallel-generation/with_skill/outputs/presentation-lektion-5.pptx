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Talarnoter: Välkomna eleverna. Förklara att detta är momentets sista lektion - idag kopplar vi ihop allt vi lärt oss.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(5 min): Retrieval review som täcker HELA momentet. Ge eleverna 2 min att skriva enskilt, sedan 2 min i par att dela och komplettera. Avsluta med 1 min snabb helklassgenomgång. Rita momentets röda tråd på tavlan medan de delar.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(2 min): Presentera dagens mål. Visa att detta är momentets sista lektion - allt ska kopplas ihop. Visa den röda tråden. Utmaningen: gå från enskilda delar till helheten.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(5 min): Visa A-nivå exempelsvaret först. Läs högt, markera kopplingarna: 'Här kopplar skribenten privatekonomin till kretsloppet - det är ett komplext samband.' Visa sedan E-nivå: 'Vad saknas?' Låt eleverna identifiera skillnaderna. Betona att det handlar om kopplingar och perspektiv, inte längd.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(2 min): Låt eleverna diskutera i par. Lyssna efter om de identifierar: kopplingar mellan nivåer (individ-samhälle), perspektivväxling, och orsak-konsekvens-resonemang. Sammanfatta kort efteråt.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(3 min instruktion, sedan 15 min skrivtid): Presentera uppgiften och bedömningskriterierna. Påminn om skrivmallen för de som behöver stöd. Under skrivtiden: cirkulera tyst, ge individuell feedback via post-its ('Kan du koppla detta till kretsloppet?'). Stör inte skrivflödet.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Talarnoter: Denna slide visas för elever som behöver stöd. Peka de som kör fast hit. Meningsstartarna guidar dem genom analysens delar: kretslopp, arbetsmarknad, konsekvenser, samband.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(10 min): Formativ, inte summativ. Betona: 'Ni ger feedback för att hjälpa varandra utvecklas.' Muntlig feedback 5 min, sedan 3 min för att notera förbättringar. De tre frågorna är medvetet kopplade till E/C/A-progressionen.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Talarnoter (3 min): Gemensam reflektion. Fråga: 'Vad tar ni med er från hela momentet?' Sammanfatta den röda tråden. Avsluta positivt: 'Det här är inte bara skolkunskap - det är verktyg ni behöver i livet.'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 ekonomi, hela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samhällets ekonomi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Syntes och fördjupning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 |  Ungas ekonomi  |  60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minns ni från hela momentet?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en sak 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kretsloppet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en sak 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arbetsmarknaden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en sak 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108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en sak 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riskerna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enskilt → 2 min i par → 1 min helklass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Dagens utmaning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ni visa hur Alex val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påverkar hela samhället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och tvärtom?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Individens val  →  Arbetsmarknaden  →  Kretsloppet  →  Samhället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Idag kopplar vi ihop allt vi lärt oss under momentet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skiljer ett starkt svar från ett svagt?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A-nivå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Kopplingar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 → kretslopp → samhälle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Flera perspektiv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individ, arbetsgivare, samhälle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Komplexa samband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"om en hel generation har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osäkra inkomster minskar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både konsumtion och skatteintäkter"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DEBD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E-nivå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Beskrivning utan koppling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 jobbar och får lön"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perspektiv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 individens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Enkla samband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 påverkar Alex ekonomi"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Nyckeln: det handlar inte om längd - det handlar om kopplingar och perspektiv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(2 min)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gör A-svaret som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E-svaret inte gör?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Vilka kopplingar saknas i E-svaret?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Skrivuppgiften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1828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Utgå från Alex situation. Redogör för det ekonomiska kretsloppet och resonera om hur ungas ekonomiska situation - på arbetsmarknaden och i privatekonomin - påverkar och påverkas av samhällsekonomin.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E-nivå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Översiktligt + enkla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C-nivå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Utförligt + välgrundade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resonemang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1089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A-nivå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Nyanserat + komplexa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samband + flera perspektiv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minuter skrivtid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Behöver du hjälp att komma igång?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Meningsstartar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 ekonomiska kretsloppet består av..."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4028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"För unga på arbetsmarknaden är det..."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0896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089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konsekvens av detta är..."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97764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977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"Sambandet mellan individens ekonomi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samhället visar sig genom att..."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Kamratbedömning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 text med en klasskamrat. Läs och ge feedback: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Förklaras det ekonomiska kretsloppet?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Finns hushåll, företag och offentlig sektor?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Finns resonemang om orsaker och konsekvenser?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 bara beskrivning - även "därför" och "det leder till"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Kopplas individens ekonomi till samhället?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Går texten från Alex till större samhällseffekter?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minst en sak som är bra och en sak som kan förbättras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tar ni med 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Kretsloppet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hushåll, företag och det offentliga hänger ihop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640080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Arbetsmarknaden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Villkoren och utmaningarna för unga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Privatekonomin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göra en budget och prioritera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2971800"/>
            <a:ext cx="640080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Risker och 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Konsekvenser av ekonomiska beslut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640080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Helheten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Individens val påverkar samhället - och tvärtom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här är kunskap ni använder varje dag 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lönetagare, konsumenter och medborgare.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5: Min ekonomi, hela samhällets ekonomi</dc:title>
  <dc:subject>PptxGenJS Presentation</dc:subject>
  <dc:creator>Cornelius Agent</dc:creator>
  <cp:lastModifiedBy>Cornelius Agent</cp:lastModifiedBy>
  <cp:revision>1</cp:revision>
  <dcterms:created xsi:type="dcterms:W3CDTF">2026-03-10T19:10:56Z</dcterms:created>
  <dcterms:modified xsi:type="dcterms:W3CDTF">2026-03-10T19:10:56Z</dcterms:modified>
</cp:coreProperties>
</file>