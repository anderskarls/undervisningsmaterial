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
Tid: 0 min
Välkomna eleverna. Visa titeln och säg: 'Förra gången tittade vi på det ekonomiska kretsloppet — idag zoomar vi in på en del som berör er direkt: arbetsmarknaden.'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1: RETRIEVAL REVIEW (0-5 min)
Ge eleverna 2 min att skriva enskilt. Sedan 2 min i par. Avsluta med 1 min helklass.
Koppling: 'Vad händer i kretsloppet när någon får ett jobb? Vilka penningflöden aktiveras?'
Om exit tickets från lektion 1 visade brister i sambandet hushåll-offentlig sektor (skatt), adressera det här.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2: MÅLAKTIVERING (5-7 min)
Visa statistiken. Fråga: 'Varför tror ni att unga drabbas hårdast?'
Ta 3-4 snabba svar.
Säg sedan: 'Idag ska ni kunna jämföra olika anställningsformer och analysera vad de betyder för en ung persons trygghet och ekonomi.'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3: EXPLICIT INSTRUKTION — Steg 1 (7-10 min)
Förklara utbud och efterfrågan på arbetsmarknaden. Koppla tillbaka till kretsloppet: 'Var möts hushåll och företag? På arbetsmarknaden!'
Kontrollfråga: 'Om många söker få jobb — vem har makten, arbetsgivaren eller arbetstagaren?'
Ta 2-3 snabba svar.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3: EXPLICIT INSTRUKTION — Steg 2 (10-14 min)
Gå igenom de fyra anställningsformerna. Använd konkreta exempel:
- Fast: Lagerjobbare på PostNord
- Visstid: Sommarjobb på café
- Tim: Extra i butik
- Gig: Foodora-bud
Worked example: 'Om jag har fast anställning och blir sjuk — vad händer? Sjuklön. Men timanställd? Inga timmar = ingen lön.'
Kontrollfråga: 'Om Alex blir sjuk en vecka — vilken anställningsform ger mest skydd?'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3: EXPLICIT INSTRUKTION — Steg 3 (14-17 min)
Gå igenom tre nyckelbegrepp: kollektivavtal, LAS, semesterlagen.
Poängen: dessa skydd gäller olika mycket beroende på anställningsform. Gig-arbetare har i princip inget av detta.
Kontrollfråga: 'Vad händer om det inte finns något kollektivavtal?'
Ta 2-3 svar. Poängtera att utan kollektivavtal bestämmer arbetsgivaren mer ensidigt.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DISKUSSIONSPAUS
Ge eleverna 2 minuter att diskutera i par.
Lyssna efter:
- Förstår de maktbalansen utbud/efterfrågan?
- Nämner de erfarenhet som faktor?
- Kopplar de till ungas situation?
Ta 2-3 svar från helklass innan du går vidare.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4: GUIDAD ÖVNING — Del 1 (17-25 min)
Eleverna arbetar i par med jämförelsetabellen.
Stöd (mot E): En kolumn är redan ifylld på deras papper som modell.
Utmaning (mot A): 'Vad händer med Alex budget om hen är sjuk en vecka med varje anställningsform?'
Cirkulera aktivt. Ställ fördjupande frågor. Identifiera missförstånd att adressera.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4: GUIDAD ÖVNING — Del 2 (25-37 min)
EPA: Alex tre jobbdilemma.
Enskilt (3 min): Läs erbjudandena. Välj ett. Skriv: 'Jag väljer X för att...'
Par (4 min): Jämför val. Argumentera. Lyft minst ett motargument.
Alla (5 min): Handuppräckning — vem valde vad? Lyft 2-3 argument. Pusha: 'Vems perspektiv tar ni — individens, arbetsgivarens eller samhällets?'
Ingen anställning ska framstå som rätt svar.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INSTRUKTIONSSLIDE FÖR EPA
Visa denna slide medan eleverna arbetar. Gå igenom stegen snabbt innan de börjar.
Tips för mot E: Stödfrågor: 'Lista tre fördelar. Lista tre nackdelar. Vilket väger tyngst?'
Tips för mot A: 'Diskutera ur arbetsgivarens perspektiv — varför erbjuder företag olika anställningsformer?'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5: SJÄLVSTÄNDIG ÖVNING (37-52 min)
Snabbskrivning — 7 minuter.
Mot E: Stödmallar: 'Jag håller med ___ för att... Ett argument mot är att...'
Mot A: Tillägg: 'Diskutera hur gig-ekonomins tillväxt påverkar samhällsekonomin. Vad händer med skatteintäkterna och välfärden?'
Efter skrivtiden: 3-4 elever delar sina svar (3 min). Lyft mångfald i perspektiv.
Poängen: svaret beror på vilka värderingar man prioriterar. Det finns inget entydigt rätt svar.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6: AVSLUT (52-57 min)
Exit ticket — 3 minuter skrivtid.
Samla in. Sortera snabbt i tre högar:
1. Förstod (strukturella orsaker som erfarenhet, LAS, konjunktur)
2. Osäkra
3. Missade (fastnade i individförklaringar)
Hög 2 och 3 informerar retrieval review i lektion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(57-60 min)
Säg: 'Nu vet Alex vad arbetsmarknaden erbjuder. Nästa gång ska Alex flytta hemifrån — vi räknar på om pengarna räcker. Ta med mobilen — ni får göra en riktig budget!'
Syftet: skapa förväntning och ge eleverna något att tänka på till nästa gång.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får jobben?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Arbetsmarknaden för unga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2  |  Samhällskunskap 1a1  |  Ungas ekonomi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minns du om kretsloppet?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Enskilt (2 min)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ner tre saker du minns om det ekonomiska kretsloppet.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(2 min)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 med din partner. Vad hade ni gemensamt? Vad hade ni missat?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Helklass (1 min)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genomgång — vi bygger vidare!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0" y="4023360"/>
            <a:ext cx="13716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Visste du att...?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18-24-åringar i EU är arbetslösa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drabbas unga hårdast i en lågkonjunktur?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[VERIFIERA aktuella siffror — Eurostat/SCB]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är arbetsmarknaden?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29260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Utbud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Arbetstagare erbjuder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arbetskraft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Du, jag, Alex — alla som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söker jobb eller jobbar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29260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Efterfrågan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Arbetsgivare söker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kompetens och arbetskraft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ICA, McDonald's, Volvo —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som anställer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Koppling till kretsloppet: arbetsmarknaden är där hushåll och företag möts.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anställningsformer finns?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anställning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Tillsvidare, uppsägningstid, sjuklön, semester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Visstidsanställning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Tidsbegränsad, kan övergå till fast, viss trygghet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7490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26080"/>
            <a:ext cx="73152" cy="1554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Timanställning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garanterade timmar, kallas in vid behov, osäkert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7490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Gig/plattformsjobb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3566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 flexibelt, inga rättigheter, egenföretagare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skyddar arbetstagaren?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097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Kollektivavtal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Avtal mellan fack och arbetsgivare om lön, semester, arbetstider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Lagen om anställningsskydd — regler för uppsägning och turordning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Semesterlagen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Rätt till 25 dagars semester per år — men bara med anställning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Diskutera med din granne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64592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många söker få jobb —</a:t>
            </a:r>
            <a:endParaRPr lang="en-US" sz="22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har makten?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Arbetstagaren eller arbetsgivaren?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4114800"/>
            <a:ext cx="18288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Jämför anställningsformerna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947672"/>
                <a:gridCol w="1947672"/>
                <a:gridCol w="19568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anställning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Timanställning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Gig-jobb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Trygghet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Sjukpenning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Framtidsplanering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132320" y="4480560"/>
            <a:ext cx="13716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2"/>
          <p:cNvSpPr/>
          <p:nvPr/>
        </p:nvSpPr>
        <p:spPr>
          <a:xfrm>
            <a:off x="713232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Arbeta i par. Fyll i tabellen med det ni vet.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har fått tre jobberbjudanden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Lagerjobb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anställning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25 500 kr/mån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Nattskift, 40 min pendling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Heltid, tungt fysiskt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Butiksjobb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Timanställning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~18 000 kr/mån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Nära hemmet, trevligt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garanterade timmar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Plattformsjobb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Gig/frilans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20 000+ kr/mån?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 flexibelt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semester/sjuklön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Vilket jobb ska Alex välja — och varför?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EPA — Så gör vi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371600"/>
            <a:ext cx="914400" cy="9144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Enskilt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 Alex erbjudanden.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Välj ett jobb.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Skriv: 'Jag väljer ___ för att...'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371600"/>
            <a:ext cx="914400" cy="91440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1546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 med din partner.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Argumentera för ditt val.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Lyft minst ett motargument.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56032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1371600"/>
            <a:ext cx="914400" cy="9144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Handuppräckning: vem valde vad?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lyssnar på 2-3 argument.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Vems perspektiv tog ni?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har rätt?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22860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kompis: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"Gig-jobb är framtiden — frihet är viktigare än trygghet."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749040" cy="22860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3716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mamma: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 lagerjobbet — du behöver stabilitet."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Motivera. Och — vem betalar priset om det går fel?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4480560"/>
            <a:ext cx="18288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 skrivtid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med egna ord: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är det svårare för unga att få trygga anställningar jämfört med äldre arbetstagare?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minst två orsaker.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Nästa gång...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ska flytta hemifrån.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Räcker pengarna?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gör en riktig budget.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2: Vem får jobben? — Arbetsmarknaden för unga</dc:title>
  <dc:subject>PptxGenJS Presentation</dc:subject>
  <dc:creator>Cornelius Agent</dc:creator>
  <cp:lastModifiedBy>Cornelius Agent</cp:lastModifiedBy>
  <cp:revision>1</cp:revision>
  <dcterms:created xsi:type="dcterms:W3CDTF">2026-03-10T19:10:17Z</dcterms:created>
  <dcterms:modified xsi:type="dcterms:W3CDTF">2026-03-10T19:10:17Z</dcterms:modified>
</cp:coreProperties>
</file>