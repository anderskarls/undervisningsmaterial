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TITELSLIDE (0 min)
Välkomna eleverna. Presentera att detta är första lektionen i ett nytt moment om ekonomi — men inte torr teori, utan konkret: vad händer med pengarna när du köper något?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1: FÖRKUNSKAPSAKTIVERING (0–5 min)
Tre handuppställningsfrågor:
1. “Har du köpt något den här veckan?”
2. “Vet du vad moms är?”
3. “Vet du vart pengarna går när du Swishar på Pressbyrån?”
Sedan 1 min i par: “Gör en gissning — vad händer med pengarna?”
Syfte: Aktivera förkunskaper, skapa nyfikenhet. Notera vad eleverna redan 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2: MÅLAKTIVERING (5–7 min)
Projicera målet. Introducera Alex — detta är karaktären vi följer genom hela momentet (5 lektioner).
Berätta kort: “Alex är 19, precis fått sitt första jobb. Hen ska flytta hemifrån och har aldrig gjort en budget. Vi ska följa Alex ekonomiska resa.”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3: EXPLICIT INSTRUKTION (7–17 min)
Börja rita på tavlan: tre rutor/cirklar. Fråga eleverna: “Vilka tre grupper tror ni är viktiga i ekonomin?”
Förklara varje aktör med vardagsexempel. Kontrollfråga: “Till vilken aktör hör din familj?”
Tidsuppskattning: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 forts. (worked example)
“Alex får 25 000 kr i bruttolön. Men hur mycket landar på kontot? Och vart går resten?”
Rita på tavlan medan du pratar. Varje steg är en pil i kretsloppet.
Tidsuppskattning: 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 forts.
Rita varje pil på tavlan successivt. Stoppa efter varje steg:
• “Vem får pengarna nu?”
• “Vad gör de med dem?”
Kontrollfråga till klassen efter steg 2: “Vad använder staten skatten till?”
Tidsuppskattning: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3 forts.
Komplettera tavlans rita. Visa att det är en cirkel, inte en rak linje.
Kontrollfråga: “Vad får Alex tillbaka från den skatt hen betalar?” (sjukvård, vägar, polis, etc.)
Sammanfatta: “Allt hänger ihop. När Alex köper mat påverkar det inte bara ICA utan hela kedjan.”
Tidsuppskattning: 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DISKUSSIONSPAUS (inne i fas 3)
Låt eleverna prata 1 minut. Lyssna på vad de säger. Lyft 1–2 röster.
Syfte: Kontrollera förståelse innan vi går vidare till guidad övning.
Tidsuppskattning: 1–2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4: GUIDAD ÖVNING (17–35 min)
Dela in i grupper om 3–4. Dela ut A3-papper.
Lärarens roll:
• Cirkulera aktivt
• “Vart går skatten?” “Vem betalar för sjukvården?”
• Vanligt missförstånd: elever glömmer offentlig sektor
• Klara tidigt? “Vad händer om företaget går i konkurs?”
Efter 12 min: en grupp presenterar (2 min), du fyller i det som saknas.
Differentiering mot E: förifylld karta med 2 pilar redan ifyllda.
Differentiering mot A: lägg till banker och lån i kretsloppet.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5: SJÄLVSTÄNDIG ÖVNING (35–50 min)
Enskilt (8 min): Eleverna skriver svar på alla tre frågor.
Sedan EPA (7 min):
• Par: diskutera 3 min
• 3 par delar med helklass
Differentiering mot E: Meningsstartar:
“När Alex slutar handla påverkas företagen genom att...”
“Det leder till att skatteintäkterna...”
“För de anställda innebär det att...”
Differentiering mot A:
“Vad händer om ALLA i samhället gör som Alex? Koppla till hög- och lågkonjunktur.”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 6: AVSLUT (50–57 min)
Exit ticket: 3 minuter tyst skrivande.
Lappar in till läraren.
Sortera snabbt i tre högar:
1. Förstod (klar koppling individ → samhälle)
2. Osäker (nämner något men otydlig koppling)
3. Missade (bara om individen, inte samhället)
Hög 2–3 informerar lektion 2:s retrieval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 (sista minuten)
Återkoppla till målet: “Titta på målet igen — kan ni nu förklara vart Alex pengar tar vägen?”
Preview: “Nästa gång ska Alex söka jobb. Vi tittar på arbetsmarknaden för unga.”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"Vad händer med pengarna?"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ekonomiska kretsloppet — följ Alex pengar genom samhället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Samhällskunskap 1a1  |  Ungas ekonomi  |  Lektion 1 av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5029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Swishar 35 kr på Pressbyrån.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Vart tar pengarna vägen?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Räck upp handen: Kan du nämna tre saker som händer med pengarna?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Idag ska du kunna förklara: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Vart Alex pengar tar vägen — och varför det påverkar hela samhället.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73152" cy="2743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Möt Alex, 19 år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 klar med gymnasiet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Första riktiga jobbet — lager, 25 000 kr/mån brutto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Funderar på att flytta hemifrån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aldrig gjort en budget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Vilka är spelarna i ekonomin?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Hushåll — du, din familj, Alex (konsumerar och arbetar)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 — ICA, Volvo, det lager Alex jobbar på (producerar och anställer)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Offentlig sektor — staten, regionen, kommunen (sjukvård, skola, polis)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25 000 kr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bruttolön. Men vart tar pengarna vägen?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följer pengarna steg för steg genom kretsloppet.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Följ pengarna genom kretsloppet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1: Företaget betalar lön till Alex (företag → hushåll)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2: Alex betalar skatt (hushåll → offentlig sektor)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3: Alex köper mat på ICA (hushåll → företag)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Cirkeln sluts — pengarna stannar aldrig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4: Företaget betalar löner och skatt (företag → offentlig sektor)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5: Offentlig sektor ger välfärd tillbaka (skola, vård, vägar)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Därför kallas det ett kretslopp — pengarna går runt och runt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50292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💬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händer om Alex slutar handla på ICA?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Diskutera med din granne i 1 minut. Tänk på alla tre aktörerna.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uppgift: Bygg kretsloppet!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0F7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 tre rutor: HUSHÅLL (Alex), FÖRETAG, OFFENTLIG SEKTOR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 pilar mellan dem med text: lön, skatt, konsumtion, välfärd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Utgå från Alex vardag — följ pengarna!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Mål: minst 5 pilar med beskrivande text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Tid: 15 minuter i grupper om 3–4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sparar hårt i tre månader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bestämmer sig för att bara köpa det allra nödvändigaste.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377440" cy="25603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händer med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företagen i Alex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närområde?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377440" cy="25603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händer med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skatteintäkterna?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377440" cy="25603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händer med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anställda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företagen?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med egna ord. Använd gärna er begreppskarta!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Förklara med egna ord: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påverkas hela samhället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när en enda person ändrar sina köpvanor?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3566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på en lapp (3 minuter)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0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Lämna in till läraren när du går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gång: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ska söka jobb.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Vem får jobben — och på vilka villkor?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Lektion 2: Arbetsmarknaden för unga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1: Vad händer med pengarna?</dc:title>
  <dc:subject>PptxGenJS Presentation</dc:subject>
  <dc:creator>Cornelius Agent</dc:creator>
  <cp:lastModifiedBy>Cornelius Agent</cp:lastModifiedBy>
  <cp:revision>1</cp:revision>
  <dcterms:created xsi:type="dcterms:W3CDTF">2026-03-10T19:08:43Z</dcterms:created>
  <dcterms:modified xsi:type="dcterms:W3CDTF">2026-03-10T19:08:43Z</dcterms:modified>
</cp:coreProperties>
</file>